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Redis logo source: Redis Iris Retail workshop repository, https://github.com/Redislabs-Solution-Architects/redis-iris-workshop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https://redis.io/docs/latest/operate/rc/databases/create-database/create-free-database/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https://redis.io/docs/latest/operate/rc/databases/connect/ ; Illustrative screenshot from https://github.com/Redislabs-Solution-Architects/redis-iris-workshop/blob/main/credentials.png . Console layout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https://redis.io/docs/latest/develop/ai/context-engine/context-retriever/quickstart/ ; https://redis.io/docs/latest/operate/iris/agent-memory/create-service/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https://docs.redisvl.com/en/latest/user_guide/04_vectorizers.html ; https://docs.redisvl.com/en/latest/api/searchindex.html . Workshop guide: exercises/lab_1/README.md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https://redis.io/tutorials/getting-started-with-redis-iris/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https://redis.io/docs/latest/operate/rc/langcache/use-langcache/ ; https://docs.redisvl.com/en/latest/user_guide/13_langcache_semantic_cache.html . Workshop guide: exercises/lab_3/README.md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https://redis.io/docs/latest/develop/ai/context-engine/agent-memory/python-sdk-quickstart/ . Workshop guide: exercises/lab_4/README.md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FFFFFF"/>
                </a:solidFill>
                <a:latin typeface="Arial"/>
              </a:rPr>
              <a:t>Redis Iris workshop for CVS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F5F8F9"/>
                </a:solidFill>
                <a:latin typeface="Arial"/>
              </a:rPr>
              <a:t>CVS onsite Redis Iris workshop  /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91056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Four labs. Python only. Fictional retail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34640"/>
            <a:ext cx="77724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Vector search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Context Retriever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LangCache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Agent Memory</a:t>
            </a:r>
          </a:p>
        </p:txBody>
      </p:sp>
      <p:pic>
        <p:nvPicPr>
          <p:cNvPr id="6" name="Picture 5" descr="redi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194560"/>
            <a:ext cx="2011680" cy="19235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Workshop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WORK FROM THE REPOSITORY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1   Vector search: policy documents                 30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2   Context Retriever: live orders                 45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3   LangCache: a public policy answer              20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4   Agent Memory: pickup preference                25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577840"/>
            <a:ext cx="105156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Allow 20 min for Cloud and Python setup, then 10 min to explain what you built. Total: 150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Redis Cloud account and free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1   Sign up or sign in at cloud.redis.io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2   Select New database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3   Choose Try 30 MB for free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4   Choose vendor and region, then Create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2356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536771"/>
                </a:solidFill>
                <a:latin typeface="Arial"/>
              </a:rPr>
              <a:t>Redis allows one free database per account.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Database endpoint and password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562356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Copy the public endpoint: host and port.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Reveal the Default user password.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The Connect wizard shows a Python redis-py example.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Put the values in REDIS_URL inside .env.</a:t>
            </a:r>
          </a:p>
        </p:txBody>
      </p:sp>
      <p:pic>
        <p:nvPicPr>
          <p:cNvPr id="6" name="Picture 5" descr="redis-cloud-credenti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170432"/>
            <a:ext cx="402336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Local Python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PYENV-SELECTED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91640"/>
            <a:ext cx="106984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pyenv exec python3 -m venv .venv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source .venv/bin/activate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python -m pip install -r requirements.txt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cp .env.example .env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60857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Fill REDIS_URL, pre-download the local Hugging Face model, then run the README ping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614416"/>
            <a:ext cx="10607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Use rediss:// when the database requires TLS. Keep .env out of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Cloud services used by the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PLUS MANAGED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1: RedisVL vector search on the database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2: Context Retriever surface over live HASHes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3: LangCache service, cache ID, service key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4: Agent Memory service, store ID, service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4068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FF4438"/>
                </a:solidFill>
                <a:latin typeface="Arial"/>
              </a:rPr>
              <a:t>Agent Memory Quick create can use Free 30 MB. Confirm service access and keep an instructor service 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1: vector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EXERCISES/LAB_1/01_VECTOR.PY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629400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Read eight policy Markdown files.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Embed its body locally with all-MiniLM-L6-v2.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RedisVL HASH index and load records.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the 1,536-byte vector; query top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938528"/>
            <a:ext cx="4069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python exercises/lab_1/01_vector.py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pickup policy near 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data and entity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THE LOADER AND MODELS.PY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0408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Load stores.jsonl and orders.jsonl as HASHes.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Inspect O1001 with HGETALL.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Keep keys aligned with __redis_key_template__.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Mark entity IDs as key components.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Index status as a tag.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993392"/>
            <a:ext cx="37033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workshop:store:S101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workshop:order:O1001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Stores 2, Orders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Context Retriever surface and keys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SIGN-IN AND CTXCTL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Sign in with ctxctl. Create an admin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surface from exercises/lab_2/models.py and your Redis endpoint.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an agent key for tool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828800"/>
            <a:ext cx="42976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auth login -u EMAIL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admin create --name cvs-workshop-admin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surface create --models exercises/lab_2/models.py ...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agent create --surface-id ID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595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Admin key manages the surface. Agent key invokes generated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generated order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EXERCISES/LAB_2/02_CONTEXT.PY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1323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Print every generated tool with the agent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get_order_by_id and its input schema.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Call it with id = O1001.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Change the sample order, reload, and call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783080"/>
            <a:ext cx="3977639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client.list_tools(agent_key)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client.query_tool(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agent_key=agent_key,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tool_name='get_order_by_id',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arguments={'id': 'O1001'})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3: LangCache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SERVICE IN REDIS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Open LangCache and create a service on the workshop database.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the API key once. Get the base URL and cache ID from Connectivity.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Store one answer, then check the same rephrasing at three distance thresholds.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975104"/>
            <a:ext cx="4023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for limit in (0.02, 0.10, 0.40):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  hits = cache.check(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    prompt=similar,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    distance_threshold=limit)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  print(limit, bool(hits))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4: Agent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AN AGENT MEMORY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Quick create on Free, or set a 1-minute cadence in a custom service.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its API key, endpoint, and store ID. Set a unique WORKSHOP_USER_ID.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Check service health, write one fictional event, then compare session and long-term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2011680"/>
            <a:ext cx="44348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write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961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The session appears immediately. Long-term extraction runs later.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Debrief: choose the right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EXPLAIN THE SYSTEM BEHIND EACH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does the pickup policy say?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is order O1001's status right now?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Have we answered this public question before?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Which store does this fictional user prefer?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144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For each answer: what was stored, who updates it, and can it become stale?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