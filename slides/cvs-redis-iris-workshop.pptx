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Redis logo source: Redis Iris Retail workshop repository, https://github.com/Redislabs-Solution-Architects/redis-iris-workshop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https://redis.io/docs/latest/operate/rc/databases/create-database/create-free-database/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https://redis.io/docs/latest/operate/rc/databases/connect/ ; Illustrative screenshot from https://github.com/Redislabs-Solution-Architects/redis-iris-workshop/blob/main/credentials.png . Console layout can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https://redis.io/docs/latest/operate/rc/langcache/create-service/ ; https://redis.io/docs/latest/develop/ai/context-engine/context-retriever/quickstart/ ; https://redis.io/docs/latest/operate/iris/agent-memory/create-service/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https://docs.redisvl.com/en/latest/user_guide/04_vectorizers.html ; https://docs.redisvl.com/en/latest/api/searchindex.html . Workshop guide: exercises/lab_1_vector_search/README.md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https://redis.io/docs/latest/develop/ai/context-engine/context-retriever/quickstart/ . Workshop guide: exercises/lab_2_context_retriever/README.md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https://redis.io/docs/latest/develop/ai/context-engine/context-retriever/quickstart/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https://redis.io/tutorials/getting-started-with-redis-iris/ . Workshop guide: exercises/lab_2_context_retriever/README.md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Sources: https://redis.io/docs/latest/operate/rc/langcache/create-service/ ; https://redis.io/docs/latest/operate/rc/langcache/use-langcache/ ; https://docs.redisvl.com/en/latest/user_guide/13_langcache_semantic_cache.html . Workshop guide: exercises/lab_3_langcache/README.md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https://redis.io/docs/latest/develop/ai/context-engine/agent-memory/python-sdk-quickstart/ . Workshop guide: exercises/lab_4_agent_memory/README.md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E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300" b="1">
                <a:solidFill>
                  <a:srgbClr val="FFFFFF"/>
                </a:solidFill>
                <a:latin typeface="Arial"/>
              </a:rPr>
              <a:t>Redis Iris workshop for CVS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F5F8F9"/>
                </a:solidFill>
                <a:latin typeface="Arial"/>
              </a:rPr>
              <a:t>CVS onsite Redis Iris workshop  /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591056"/>
            <a:ext cx="9052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700" b="0">
                <a:solidFill>
                  <a:srgbClr val="FFFFFF"/>
                </a:solidFill>
                <a:latin typeface="Arial"/>
              </a:rPr>
              <a:t>Four labs. Python only. Fictional retail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834640"/>
            <a:ext cx="77724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Vector search</a:t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Context Retriever</a:t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LangCache</a:t>
            </a: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FFFFFF"/>
                </a:solidFill>
                <a:latin typeface="Arial"/>
              </a:rPr>
              <a:t>Agent Memory</a:t>
            </a:r>
          </a:p>
        </p:txBody>
      </p:sp>
      <p:pic>
        <p:nvPicPr>
          <p:cNvPr id="6" name="Picture 5" descr="redi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194560"/>
            <a:ext cx="2011680" cy="19235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300" b="1">
                <a:solidFill>
                  <a:srgbClr val="131E26"/>
                </a:solidFill>
                <a:latin typeface="Arial"/>
              </a:rPr>
              <a:t>Workshop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536771"/>
                </a:solidFill>
                <a:latin typeface="Arial"/>
              </a:rPr>
              <a:t>CVS onsite Redis Iris workshop  /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1">
                <a:solidFill>
                  <a:srgbClr val="FF4438"/>
                </a:solidFill>
                <a:latin typeface="Arial"/>
              </a:rPr>
              <a:t>WORK FROM THE REPOSITORY ROOT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300" b="0">
                <a:solidFill>
                  <a:srgbClr val="131E26"/>
                </a:solidFill>
                <a:latin typeface="Arial"/>
              </a:rPr>
              <a:t>1   Vector search: policy documents                 30 min</a:t>
            </a:r>
          </a:p>
          <a:p>
            <a:pPr>
              <a:spcAft>
                <a:spcPts val="900"/>
              </a:spcAft>
            </a:pPr>
            <a:r>
              <a:rPr sz="2300" b="0">
                <a:solidFill>
                  <a:srgbClr val="131E26"/>
                </a:solidFill>
                <a:latin typeface="Arial"/>
              </a:rPr>
              <a:t>2   Context Retriever: live orders                 45 min</a:t>
            </a:r>
          </a:p>
          <a:p>
            <a:pPr>
              <a:spcAft>
                <a:spcPts val="900"/>
              </a:spcAft>
            </a:pPr>
            <a:r>
              <a:rPr sz="2300" b="0">
                <a:solidFill>
                  <a:srgbClr val="131E26"/>
                </a:solidFill>
                <a:latin typeface="Arial"/>
              </a:rPr>
              <a:t>3   LangCache: a public policy answer              20 min</a:t>
            </a:r>
          </a:p>
          <a:p>
            <a:pPr>
              <a:spcAft>
                <a:spcPts val="900"/>
              </a:spcAft>
            </a:pPr>
            <a:r>
              <a:rPr sz="2300" b="0">
                <a:solidFill>
                  <a:srgbClr val="131E26"/>
                </a:solidFill>
                <a:latin typeface="Arial"/>
              </a:rPr>
              <a:t>4   Agent Memory: pickup preference                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577840"/>
            <a:ext cx="1051560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536771"/>
                </a:solidFill>
                <a:latin typeface="Arial"/>
              </a:rPr>
              <a:t>Allow 20 min for Cloud and Python setup, then 10 min to explain what you built. Total: 150 min.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300" b="1">
                <a:solidFill>
                  <a:srgbClr val="131E26"/>
                </a:solidFill>
                <a:latin typeface="Arial"/>
              </a:rPr>
              <a:t>Redis Cloud account and free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536771"/>
                </a:solidFill>
                <a:latin typeface="Arial"/>
              </a:rPr>
              <a:t>CVS onsite Redis Iris workshop  /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1">
                <a:solidFill>
                  <a:srgbClr val="FF4438"/>
                </a:solidFill>
                <a:latin typeface="Arial"/>
              </a:rPr>
              <a:t>CLOUD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500" b="0">
                <a:solidFill>
                  <a:srgbClr val="131E26"/>
                </a:solidFill>
                <a:latin typeface="Arial"/>
              </a:rPr>
              <a:t>1   Sign up or sign in at cloud.redis.io</a:t>
            </a:r>
          </a:p>
          <a:p>
            <a:pPr>
              <a:spcAft>
                <a:spcPts val="900"/>
              </a:spcAft>
            </a:pPr>
            <a:r>
              <a:rPr sz="2500" b="0">
                <a:solidFill>
                  <a:srgbClr val="131E26"/>
                </a:solidFill>
                <a:latin typeface="Arial"/>
              </a:rPr>
              <a:t>2   Select New database</a:t>
            </a:r>
          </a:p>
          <a:p>
            <a:pPr>
              <a:spcAft>
                <a:spcPts val="900"/>
              </a:spcAft>
            </a:pPr>
            <a:r>
              <a:rPr sz="2500" b="0">
                <a:solidFill>
                  <a:srgbClr val="131E26"/>
                </a:solidFill>
                <a:latin typeface="Arial"/>
              </a:rPr>
              <a:t>3   Choose Try 30 MB for free</a:t>
            </a:r>
          </a:p>
          <a:p>
            <a:pPr>
              <a:spcAft>
                <a:spcPts val="900"/>
              </a:spcAft>
            </a:pPr>
            <a:r>
              <a:rPr sz="2500" b="0">
                <a:solidFill>
                  <a:srgbClr val="131E26"/>
                </a:solidFill>
                <a:latin typeface="Arial"/>
              </a:rPr>
              <a:t>4   Choose vendor and region, then Create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23560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536771"/>
                </a:solidFill>
                <a:latin typeface="Arial"/>
              </a:rPr>
              <a:t>Redis allows one free database per account.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300" b="1">
                <a:solidFill>
                  <a:srgbClr val="131E26"/>
                </a:solidFill>
                <a:latin typeface="Arial"/>
              </a:rPr>
              <a:t>Database endpoint and password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536771"/>
                </a:solidFill>
                <a:latin typeface="Arial"/>
              </a:rPr>
              <a:t>CVS onsite Redis Iris workshop  /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1">
                <a:solidFill>
                  <a:srgbClr val="FF4438"/>
                </a:solidFill>
                <a:latin typeface="Arial"/>
              </a:rPr>
              <a:t>DATABASE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5623560" cy="434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200" b="0">
                <a:solidFill>
                  <a:srgbClr val="131E26"/>
                </a:solidFill>
                <a:latin typeface="Arial"/>
              </a:rPr>
              <a:t>Copy the public endpoint: host and port.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200" b="0">
                <a:solidFill>
                  <a:srgbClr val="131E26"/>
                </a:solidFill>
                <a:latin typeface="Arial"/>
              </a:rPr>
              <a:t>Reveal the Default user password.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200" b="0">
                <a:solidFill>
                  <a:srgbClr val="131E26"/>
                </a:solidFill>
                <a:latin typeface="Arial"/>
              </a:rPr>
              <a:t>The Connect wizard shows a Python redis-py example.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200" b="0">
                <a:solidFill>
                  <a:srgbClr val="131E26"/>
                </a:solidFill>
                <a:latin typeface="Arial"/>
              </a:rPr>
              <a:t>Put the values in REDIS_URL inside .env.</a:t>
            </a:r>
          </a:p>
        </p:txBody>
      </p:sp>
      <p:pic>
        <p:nvPicPr>
          <p:cNvPr id="6" name="Picture 5" descr="redis-cloud-credenti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170432"/>
            <a:ext cx="4023360" cy="5330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300" b="1">
                <a:solidFill>
                  <a:srgbClr val="131E26"/>
                </a:solidFill>
                <a:latin typeface="Arial"/>
              </a:rPr>
              <a:t>Local Python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536771"/>
                </a:solidFill>
                <a:latin typeface="Arial"/>
              </a:rPr>
              <a:t>CVS onsite Redis Iris workshop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1">
                <a:solidFill>
                  <a:srgbClr val="FF4438"/>
                </a:solidFill>
                <a:latin typeface="Arial"/>
              </a:rPr>
              <a:t>PYENV-SELECTED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91640"/>
            <a:ext cx="1069848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200" b="0">
                <a:solidFill>
                  <a:srgbClr val="131E26"/>
                </a:solidFill>
                <a:latin typeface="Menlo"/>
              </a:rPr>
              <a:t>pyenv exec python3 -m venv .venv</a:t>
            </a:r>
          </a:p>
          <a:p>
            <a:pPr>
              <a:spcAft>
                <a:spcPts val="900"/>
              </a:spcAft>
            </a:pPr>
            <a:r>
              <a:rPr sz="2200" b="0">
                <a:solidFill>
                  <a:srgbClr val="131E26"/>
                </a:solidFill>
                <a:latin typeface="Menlo"/>
              </a:rPr>
              <a:t>source .venv/bin/activate</a:t>
            </a:r>
          </a:p>
          <a:p>
            <a:pPr>
              <a:spcAft>
                <a:spcPts val="900"/>
              </a:spcAft>
            </a:pPr>
            <a:r>
              <a:rPr sz="2200" b="0">
                <a:solidFill>
                  <a:srgbClr val="131E26"/>
                </a:solidFill>
                <a:latin typeface="Menlo"/>
              </a:rPr>
              <a:t>python -m pip install -r requirements.txt</a:t>
            </a:r>
          </a:p>
          <a:p>
            <a:pPr>
              <a:spcAft>
                <a:spcPts val="900"/>
              </a:spcAft>
            </a:pPr>
            <a:r>
              <a:rPr sz="2200" b="0">
                <a:solidFill>
                  <a:srgbClr val="131E26"/>
                </a:solidFill>
                <a:latin typeface="Menlo"/>
              </a:rPr>
              <a:t>cp .env.example .env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4608576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200" b="0">
                <a:solidFill>
                  <a:srgbClr val="131E26"/>
                </a:solidFill>
                <a:latin typeface="Arial"/>
              </a:rPr>
              <a:t>Fill REDIS_URL, pre-download the local Hugging Face model, then run the README ping check.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5614416"/>
            <a:ext cx="10607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536771"/>
                </a:solidFill>
                <a:latin typeface="Arial"/>
              </a:rPr>
              <a:t>Use rediss:// when the database requires TLS. Keep .env out of Git.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300" b="1">
                <a:solidFill>
                  <a:srgbClr val="131E26"/>
                </a:solidFill>
                <a:latin typeface="Arial"/>
              </a:rPr>
              <a:t>Cloud services used by the 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536771"/>
                </a:solidFill>
                <a:latin typeface="Arial"/>
              </a:rPr>
              <a:t>CVS onsite Redis Iris workshop  /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1">
                <a:solidFill>
                  <a:srgbClr val="FF4438"/>
                </a:solidFill>
                <a:latin typeface="Arial"/>
              </a:rPr>
              <a:t>DATABASE PLUS MANAGED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131E26"/>
                </a:solidFill>
                <a:latin typeface="Arial"/>
              </a:rPr>
              <a:t>Lab 1: RedisVL vector search on the database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131E26"/>
                </a:solidFill>
                <a:latin typeface="Arial"/>
              </a:rPr>
              <a:t>Lab 2: Context Retriever surface over live HASHes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131E26"/>
                </a:solidFill>
                <a:latin typeface="Arial"/>
              </a:rPr>
              <a:t>Lab 3: LangCache service, cache ID, service key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131E26"/>
                </a:solidFill>
                <a:latin typeface="Arial"/>
              </a:rPr>
              <a:t>Lab 4: Agent Memory service, store ID, service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440680"/>
            <a:ext cx="107899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FF4438"/>
                </a:solidFill>
                <a:latin typeface="Arial"/>
              </a:rPr>
              <a:t>Agent Memory Quick create can use Free 30 MB. Confirm service access and keep an instructor service ready.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300" b="1">
                <a:solidFill>
                  <a:srgbClr val="131E26"/>
                </a:solidFill>
                <a:latin typeface="Arial"/>
              </a:rPr>
              <a:t>Lab 1: vector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536771"/>
                </a:solidFill>
                <a:latin typeface="Arial"/>
              </a:rPr>
              <a:t>CVS onsite Redis Iris workshop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1">
                <a:solidFill>
                  <a:srgbClr val="FF4438"/>
                </a:solidFill>
                <a:latin typeface="Arial"/>
              </a:rPr>
              <a:t>EDIT EXERCISES/LAB_1/01_VECTOR.PY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6629400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200" b="0">
                <a:solidFill>
                  <a:srgbClr val="131E26"/>
                </a:solidFill>
                <a:latin typeface="Arial"/>
              </a:rPr>
              <a:t>Read eight policy Markdown files.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200" b="0">
                <a:solidFill>
                  <a:srgbClr val="131E26"/>
                </a:solidFill>
                <a:latin typeface="Arial"/>
              </a:rPr>
              <a:t>Embed its body locally with all-MiniLM-L6-v2.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200" b="0">
                <a:solidFill>
                  <a:srgbClr val="131E26"/>
                </a:solidFill>
                <a:latin typeface="Arial"/>
              </a:rPr>
              <a:t>Create a RedisVL HASH index and load records.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200" b="0">
                <a:solidFill>
                  <a:srgbClr val="131E26"/>
                </a:solidFill>
                <a:latin typeface="Arial"/>
              </a:rPr>
              <a:t>Inspect the 1,536-byte vector; query top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938528"/>
            <a:ext cx="40690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31E26"/>
                </a:solidFill>
                <a:latin typeface="Menlo"/>
              </a:rPr>
              <a:t>python exercises/lab_1_vector_search/01_vector.py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31E26"/>
                </a:solidFill>
                <a:latin typeface="Menlo"/>
              </a:rPr>
              <a:t>Expected: pickup policy near top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300" b="1">
                <a:solidFill>
                  <a:srgbClr val="131E26"/>
                </a:solidFill>
                <a:latin typeface="Arial"/>
              </a:rPr>
              <a:t>Lab 2: data and entity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536771"/>
                </a:solidFill>
                <a:latin typeface="Arial"/>
              </a:rPr>
              <a:t>CVS onsite Redis Iris workshop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1">
                <a:solidFill>
                  <a:srgbClr val="FF4438"/>
                </a:solidFill>
                <a:latin typeface="Arial"/>
              </a:rPr>
              <a:t>EDIT THE LOADER AND MODELS.PY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704088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131E26"/>
                </a:solidFill>
                <a:latin typeface="Arial"/>
              </a:rPr>
              <a:t>Load stores.jsonl and orders.jsonl as HASHes.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131E26"/>
                </a:solidFill>
                <a:latin typeface="Arial"/>
              </a:rPr>
              <a:t>Inspect O1001 with HGETALL.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131E26"/>
                </a:solidFill>
                <a:latin typeface="Arial"/>
              </a:rPr>
              <a:t>Keep keys aligned with __redis_key_template__.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131E26"/>
                </a:solidFill>
                <a:latin typeface="Arial"/>
              </a:rPr>
              <a:t>Mark entity IDs as key components.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131E26"/>
                </a:solidFill>
                <a:latin typeface="Arial"/>
              </a:rPr>
              <a:t>Index status as a tag.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993392"/>
            <a:ext cx="37033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131E26"/>
                </a:solidFill>
                <a:latin typeface="Menlo"/>
              </a:rPr>
              <a:t>workshop:store:S101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31E26"/>
                </a:solidFill>
                <a:latin typeface="Menlo"/>
              </a:rPr>
              <a:t>workshop:order:O1001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131E26"/>
                </a:solidFill>
                <a:latin typeface="Menlo"/>
              </a:rPr>
              <a:t>Expected: Stores 2, Orders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300" b="1">
                <a:solidFill>
                  <a:srgbClr val="131E26"/>
                </a:solidFill>
                <a:latin typeface="Arial"/>
              </a:rPr>
              <a:t>Context Retriever surface and keys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536771"/>
                </a:solidFill>
                <a:latin typeface="Arial"/>
              </a:rPr>
              <a:t>CVS onsite Redis Iris workshop  / 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1">
                <a:solidFill>
                  <a:srgbClr val="FF4438"/>
                </a:solidFill>
                <a:latin typeface="Arial"/>
              </a:rPr>
              <a:t>CLOUD SIGN-IN AND CTXCTL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64008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200" b="0">
                <a:solidFill>
                  <a:srgbClr val="131E26"/>
                </a:solidFill>
                <a:latin typeface="Arial"/>
              </a:rPr>
              <a:t>Sign in with ctxctl. Create an admin key.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200" b="0">
                <a:solidFill>
                  <a:srgbClr val="131E26"/>
                </a:solidFill>
                <a:latin typeface="Arial"/>
              </a:rPr>
              <a:t>Create a surface from exercises/lab_2_context_retriever/models.py and your Redis endpoint.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200" b="0">
                <a:solidFill>
                  <a:srgbClr val="131E26"/>
                </a:solidFill>
                <a:latin typeface="Arial"/>
              </a:rPr>
              <a:t>Create an agent key for tool calls.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1828800"/>
            <a:ext cx="4297680" cy="3246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31E26"/>
                </a:solidFill>
                <a:latin typeface="Menlo"/>
              </a:rPr>
              <a:t>ctxctl auth login -u EMAIL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31E26"/>
                </a:solidFill>
                <a:latin typeface="Menlo"/>
              </a:rPr>
              <a:t>ctxctl admin create --name cvs-workshop-admin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31E26"/>
                </a:solidFill>
                <a:latin typeface="Menlo"/>
              </a:rPr>
              <a:t>ctxctl surface create --models exercises/lab_2_context_retriever/models.py ...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31E26"/>
                </a:solidFill>
                <a:latin typeface="Menlo"/>
              </a:rPr>
              <a:t>ctxctl agent create --surface-id ID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55955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536771"/>
                </a:solidFill>
                <a:latin typeface="Arial"/>
              </a:rPr>
              <a:t>Admin key manages the surface. Agent key invokes generated tools.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300" b="1">
                <a:solidFill>
                  <a:srgbClr val="131E26"/>
                </a:solidFill>
                <a:latin typeface="Arial"/>
              </a:rPr>
              <a:t>Lab 2: generated order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536771"/>
                </a:solidFill>
                <a:latin typeface="Arial"/>
              </a:rPr>
              <a:t>CVS onsite Redis Iris workshop  / 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1">
                <a:solidFill>
                  <a:srgbClr val="FF4438"/>
                </a:solidFill>
                <a:latin typeface="Arial"/>
              </a:rPr>
              <a:t>EDIT EXERCISES/LAB_2/02_CONTEXT.PY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713232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200" b="0">
                <a:solidFill>
                  <a:srgbClr val="131E26"/>
                </a:solidFill>
                <a:latin typeface="Arial"/>
              </a:rPr>
              <a:t>Print every generated tool with the agent key.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200" b="0">
                <a:solidFill>
                  <a:srgbClr val="131E26"/>
                </a:solidFill>
                <a:latin typeface="Arial"/>
              </a:rPr>
              <a:t>Inspect get_order_by_id and its input schema.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200" b="0">
                <a:solidFill>
                  <a:srgbClr val="131E26"/>
                </a:solidFill>
                <a:latin typeface="Arial"/>
              </a:rPr>
              <a:t>Call it with id = O1001.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200" b="0">
                <a:solidFill>
                  <a:srgbClr val="131E26"/>
                </a:solidFill>
                <a:latin typeface="Arial"/>
              </a:rPr>
              <a:t>Change the sample order, reload, and call again.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1783080"/>
            <a:ext cx="3977639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131E26"/>
                </a:solidFill>
                <a:latin typeface="Menlo"/>
              </a:rPr>
              <a:t>await client.list_tools(agent_key)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31E26"/>
                </a:solidFill>
                <a:latin typeface="Menlo"/>
              </a:rPr>
              <a:t>await client.query_tool(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31E26"/>
                </a:solidFill>
                <a:latin typeface="Menlo"/>
              </a:rPr>
              <a:t>  agent_key=agent_key,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31E26"/>
                </a:solidFill>
                <a:latin typeface="Menlo"/>
              </a:rPr>
              <a:t>  tool_name='get_order_by_id',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31E26"/>
                </a:solidFill>
                <a:latin typeface="Menlo"/>
              </a:rPr>
              <a:t>  arguments={'id': 'O1001'})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300" b="1">
                <a:solidFill>
                  <a:srgbClr val="131E26"/>
                </a:solidFill>
                <a:latin typeface="Arial"/>
              </a:rPr>
              <a:t>Lab 3: LangCache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536771"/>
                </a:solidFill>
                <a:latin typeface="Arial"/>
              </a:rPr>
              <a:t>CVS onsite Redis Iris workshop  /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1">
                <a:solidFill>
                  <a:srgbClr val="FF4438"/>
                </a:solidFill>
                <a:latin typeface="Arial"/>
              </a:rPr>
              <a:t>CREATE SERVICE IN REDIS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7315200" cy="4434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131E26"/>
                </a:solidFill>
                <a:latin typeface="Arial"/>
              </a:rPr>
              <a:t>Open LangCache and create a service on the workshop database.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131E26"/>
                </a:solidFill>
                <a:latin typeface="Arial"/>
              </a:rPr>
              <a:t>Copy the API key once. Get the base URL and cache ID from Connectivity.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131E26"/>
                </a:solidFill>
                <a:latin typeface="Arial"/>
              </a:rPr>
              <a:t>Store one answer, then check the same rephrasing at three distance thresholds.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975104"/>
            <a:ext cx="40233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31E26"/>
                </a:solidFill>
                <a:latin typeface="Menlo"/>
              </a:rPr>
              <a:t>for limit in (0.02, 0.10, 0.40):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31E26"/>
                </a:solidFill>
                <a:latin typeface="Menlo"/>
              </a:rPr>
              <a:t>  hits = cache.check(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31E26"/>
                </a:solidFill>
                <a:latin typeface="Menlo"/>
              </a:rPr>
              <a:t>    prompt=similar,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31E26"/>
                </a:solidFill>
                <a:latin typeface="Menlo"/>
              </a:rPr>
              <a:t>    distance_threshold=limit)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31E26"/>
                </a:solidFill>
                <a:latin typeface="Menlo"/>
              </a:rPr>
              <a:t>  print(limit, bool(hits))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300" b="1">
                <a:solidFill>
                  <a:srgbClr val="131E26"/>
                </a:solidFill>
                <a:latin typeface="Arial"/>
              </a:rPr>
              <a:t>Lab 4: Agent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536771"/>
                </a:solidFill>
                <a:latin typeface="Arial"/>
              </a:rPr>
              <a:t>CVS onsite Redis Iris workshop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1">
                <a:solidFill>
                  <a:srgbClr val="FF4438"/>
                </a:solidFill>
                <a:latin typeface="Arial"/>
              </a:rPr>
              <a:t>CREATE AN AGENT MEMORY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73152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100" b="0">
                <a:solidFill>
                  <a:srgbClr val="131E26"/>
                </a:solidFill>
                <a:latin typeface="Arial"/>
              </a:rPr>
              <a:t>Use Quick create on Free, or set a 1-minute cadence in a custom service.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131E26"/>
                </a:solidFill>
                <a:latin typeface="Arial"/>
              </a:rPr>
              <a:t>Copy its API key, endpoint, and store ID. Set a unique WORKSHOP_USER_ID.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100" b="0">
                <a:solidFill>
                  <a:srgbClr val="131E26"/>
                </a:solidFill>
                <a:latin typeface="Arial"/>
              </a:rPr>
              <a:t>Check service health, write one fictional event, then compare session and long-term memory.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78040" y="2011680"/>
            <a:ext cx="44348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31E26"/>
                </a:solidFill>
                <a:latin typeface="Menlo"/>
              </a:rPr>
              <a:t>python exercises/lab_4_agent_memory/04_memory.py write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31E26"/>
                </a:solidFill>
                <a:latin typeface="Menlo"/>
              </a:rPr>
              <a:t>python exercises/lab_4_agent_memory/04_memory.py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596128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536771"/>
                </a:solidFill>
                <a:latin typeface="Arial"/>
              </a:rPr>
              <a:t>The session appears immediately. Long-term extraction runs later.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3300" b="1">
                <a:solidFill>
                  <a:srgbClr val="131E26"/>
                </a:solidFill>
                <a:latin typeface="Arial"/>
              </a:rPr>
              <a:t>Debrief: choose the right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00" b="0">
                <a:solidFill>
                  <a:srgbClr val="536771"/>
                </a:solidFill>
                <a:latin typeface="Arial"/>
              </a:rPr>
              <a:t>CVS onsite Redis Iris workshop  / 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1">
                <a:solidFill>
                  <a:srgbClr val="FF4438"/>
                </a:solidFill>
                <a:latin typeface="Arial"/>
              </a:rPr>
              <a:t>EXPLAIN THE SYSTEM BEHIND EACH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400" b="0">
                <a:solidFill>
                  <a:srgbClr val="131E26"/>
                </a:solidFill>
                <a:latin typeface="Arial"/>
              </a:rPr>
              <a:t>What does the pickup policy say?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131E26"/>
                </a:solidFill>
                <a:latin typeface="Arial"/>
              </a:rPr>
              <a:t>What is order O1001's status right now?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131E26"/>
                </a:solidFill>
                <a:latin typeface="Arial"/>
              </a:rPr>
              <a:t>Have we answered this public question before?</a:t>
            </a:r>
          </a:p>
          <a:p>
            <a:pPr>
              <a:spcAft>
                <a:spcPts val="900"/>
              </a:spcAft>
            </a:pPr>
          </a:p>
          <a:p>
            <a:pPr>
              <a:spcAft>
                <a:spcPts val="900"/>
              </a:spcAft>
            </a:pPr>
            <a:r>
              <a:rPr sz="2400" b="0">
                <a:solidFill>
                  <a:srgbClr val="131E26"/>
                </a:solidFill>
                <a:latin typeface="Arial"/>
              </a:rPr>
              <a:t>Which store does this fictional user prefer?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614416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536771"/>
                </a:solidFill>
                <a:latin typeface="Arial"/>
              </a:rPr>
              <a:t>For each answer: what was stored, who updates it, and can it become stale?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